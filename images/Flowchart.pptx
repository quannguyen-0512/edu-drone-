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14630400"/>
  <p:notesSz cx="146304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0" y="274320"/>
            <a:ext cx="1463040" cy="457200"/>
          </a:xfrm>
          <a:prstGeom prst="flowChartTerminator">
            <a:avLst/>
          </a:prstGeom>
          <a:solidFill>
            <a:srgbClr val="E7E6E6"/>
          </a:solidFill>
          <a:ln w="15875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371600" y="1005840"/>
            <a:ext cx="2743200" cy="594360"/>
          </a:xfrm>
          <a:prstGeom prst="flowChartProcess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Configure GPU execution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(CUDA Execution Provider)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371600" y="1874520"/>
            <a:ext cx="2743200" cy="502920"/>
          </a:xfrm>
          <a:prstGeom prst="flowChartProcess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Load YOLO model from Roboflow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71600" y="2697480"/>
            <a:ext cx="2743200" cy="868680"/>
          </a:xfrm>
          <a:prstGeom prst="flowChartDecision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running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GPU?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63440" y="2834640"/>
            <a:ext cx="1645920" cy="594360"/>
          </a:xfrm>
          <a:prstGeom prst="flowChartProcess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Error: model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 on GPU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3886200"/>
            <a:ext cx="2743200" cy="594360"/>
          </a:xfrm>
          <a:prstGeom prst="flowChartProcess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Initialize box and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label annotators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4800600"/>
            <a:ext cx="2743200" cy="594360"/>
          </a:xfrm>
          <a:prstGeom prst="flowChartInputOutpu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 video source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(webcam / ESP32-CAM)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5669280"/>
            <a:ext cx="2743200" cy="868680"/>
          </a:xfrm>
          <a:prstGeom prst="flowChartDecision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Video source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opened?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5806440"/>
            <a:ext cx="1645920" cy="594360"/>
          </a:xfrm>
          <a:prstGeom prst="flowChartProcess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Error: cannot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 camera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6858000"/>
            <a:ext cx="2743200" cy="502920"/>
          </a:xfrm>
          <a:prstGeom prst="flowChartInputOutpu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 a frame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7680960"/>
            <a:ext cx="2743200" cy="868680"/>
          </a:xfrm>
          <a:prstGeom prst="flowChartDecision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Frame read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successfully?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8869680"/>
            <a:ext cx="2743200" cy="640080"/>
          </a:xfrm>
          <a:prstGeom prst="flowChartProcess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 fire and smoke on GPU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(keep detections with confidence ≥ 0.4)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9829800"/>
            <a:ext cx="2743200" cy="594360"/>
          </a:xfrm>
          <a:prstGeom prst="flowChartProcess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Create labels and draw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bounding boxes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10744200"/>
            <a:ext cx="2743200" cy="594360"/>
          </a:xfrm>
          <a:prstGeom prst="flowChartProcess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 FPS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(exponential moving average)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71600" y="11612880"/>
            <a:ext cx="2743200" cy="594360"/>
          </a:xfrm>
          <a:prstGeom prst="flowChartInputOutpu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Display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annotated frame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12481560"/>
            <a:ext cx="2743200" cy="868680"/>
          </a:xfrm>
          <a:prstGeom prst="flowChartDecision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 pressed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q?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45920" y="13624560"/>
            <a:ext cx="2194560" cy="548640"/>
          </a:xfrm>
          <a:prstGeom prst="flowChartProcess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Release camera,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close window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13670280"/>
            <a:ext cx="1280160" cy="457200"/>
          </a:xfrm>
          <a:prstGeom prst="flowChartTerminator">
            <a:avLst/>
          </a:prstGeom>
          <a:solidFill>
            <a:srgbClr val="E7E6E6"/>
          </a:solidFill>
          <a:ln w="15875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0" y="731520"/>
            <a:ext cx="0" cy="27432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743200" y="1600200"/>
            <a:ext cx="0" cy="27432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743200" y="2377440"/>
            <a:ext cx="0" cy="32004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743200" y="3566160"/>
            <a:ext cx="0" cy="32004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2834640" y="35844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0" y="4480560"/>
            <a:ext cx="0" cy="32004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743200" y="5394960"/>
            <a:ext cx="0" cy="27432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743200" y="6537960"/>
            <a:ext cx="0" cy="32004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2834640" y="65562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0" y="7360920"/>
            <a:ext cx="0" cy="32004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743200" y="8549640"/>
            <a:ext cx="0" cy="32004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2834640" y="85679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0" y="9509760"/>
            <a:ext cx="0" cy="32004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743200" y="10424160"/>
            <a:ext cx="0" cy="32004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743200" y="11338560"/>
            <a:ext cx="0" cy="27432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2743200" y="12207240"/>
            <a:ext cx="0" cy="27432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743200" y="13350240"/>
            <a:ext cx="0" cy="27432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2834640" y="133685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114800" y="3131820"/>
            <a:ext cx="54864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4160520" y="28575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114800" y="6103620"/>
            <a:ext cx="54864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4160520" y="58293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09360" y="3131820"/>
            <a:ext cx="27432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83680" y="3131820"/>
            <a:ext cx="0" cy="107670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H="1">
            <a:off x="6126480" y="13898880"/>
            <a:ext cx="4572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309360" y="6103620"/>
            <a:ext cx="27432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H="1">
            <a:off x="411480" y="8115300"/>
            <a:ext cx="96012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1480" y="8115300"/>
            <a:ext cx="0" cy="578358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11480" y="13898880"/>
            <a:ext cx="123444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9" name="Text 47"/>
          <p:cNvSpPr txBox="1"/>
          <p:nvPr/>
        </p:nvSpPr>
        <p:spPr>
          <a:xfrm>
            <a:off x="457200" y="78409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114800" y="12915900"/>
            <a:ext cx="32004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4434840" y="7109460"/>
            <a:ext cx="0" cy="580644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H="1">
            <a:off x="3977640" y="7109460"/>
            <a:ext cx="4572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53" name="Text 51"/>
          <p:cNvSpPr txBox="1"/>
          <p:nvPr/>
        </p:nvSpPr>
        <p:spPr>
          <a:xfrm>
            <a:off x="4160520" y="126415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 flipV="1">
            <a:off x="3840480" y="13898880"/>
            <a:ext cx="100584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2026-09-26T11:42:28Z</dcterms:created>
  <dcterms:modified xsi:type="dcterms:W3CDTF">2026-09-26T11:42:28Z</dcterms:modified>
</cp:coreProperties>
</file>